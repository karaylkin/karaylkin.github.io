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3" r:id="rId5"/>
    <p:sldId id="264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5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6234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2173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80467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926080"/>
            <a:ext cx="80467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ЭФФЕКТИВНАЯ ЛИЧНОСТЬ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AAB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Правила личной эффективности выдающихся людей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799"/>
                </a:solidFill>
              </a:rPr>
              <a:t>Задание 12.2  ·  Презентация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9034272" cy="1280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91440"/>
            <a:ext cx="1097280" cy="10972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14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09728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Стив Джобс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777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AABBDD"/>
                </a:solidFill>
              </a:rPr>
              <a:t>1955–2011 · Apple, Pixar, NeXT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03920" y="0"/>
            <a:ext cx="64008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" y="1417320"/>
            <a:ext cx="8686800" cy="830961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417320"/>
            <a:ext cx="365760" cy="830961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417320"/>
            <a:ext cx="365760" cy="8309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1453896"/>
            <a:ext cx="8229600" cy="7760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</a:rPr>
              <a:t>Фокус важнее многозадачности: «Инновации — это умение говорить нет тысяче вещей»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28600" y="2303145"/>
            <a:ext cx="8686800" cy="830961"/>
          </a:xfrm>
          <a:prstGeom prst="rect">
            <a:avLst/>
          </a:prstGeom>
          <a:solidFill>
            <a:srgbClr val="EEF2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303145"/>
            <a:ext cx="365760" cy="830961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303145"/>
            <a:ext cx="365760" cy="8309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" y="2339721"/>
            <a:ext cx="8229600" cy="7760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</a:rPr>
              <a:t>Дизайн — это не украшение, а глубина: красота и функциональность неразделимы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28600" y="3188970"/>
            <a:ext cx="8686800" cy="830961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188970"/>
            <a:ext cx="365760" cy="830961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188970"/>
            <a:ext cx="365760" cy="8309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" y="3225546"/>
            <a:ext cx="8229600" cy="7760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</a:rPr>
              <a:t>Думай не о том, чего хотят люди сейчас — думай о том, что они полюбят завтра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228600" y="4074795"/>
            <a:ext cx="8686800" cy="830961"/>
          </a:xfrm>
          <a:prstGeom prst="rect">
            <a:avLst/>
          </a:prstGeom>
          <a:solidFill>
            <a:srgbClr val="EEF2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4074795"/>
            <a:ext cx="365760" cy="830961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4074795"/>
            <a:ext cx="365760" cy="8309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" y="4111371"/>
            <a:ext cx="8229600" cy="7760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</a:rPr>
              <a:t>Ежедневный вопрос: «Если бы сегодня был последним днём — делал бы я то, что планирую?»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9034272" cy="1280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91440"/>
            <a:ext cx="1097280" cy="10972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14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09728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Илон Маск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777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AABBDD"/>
                </a:solidFill>
              </a:rPr>
              <a:t>р. 1971 · Tesla, SpaceX, X, Neuralink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03920" y="0"/>
            <a:ext cx="6400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" y="1417320"/>
            <a:ext cx="8686800" cy="830961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417320"/>
            <a:ext cx="365760" cy="83096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417320"/>
            <a:ext cx="365760" cy="8309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1453896"/>
            <a:ext cx="8229600" cy="7760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</a:rPr>
              <a:t>Мышление первыми принципами: разбивай проблему до физических истин, не копируй готовое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28600" y="2303145"/>
            <a:ext cx="8686800" cy="830961"/>
          </a:xfrm>
          <a:prstGeom prst="rect">
            <a:avLst/>
          </a:prstGeom>
          <a:solidFill>
            <a:srgbClr val="EEF2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303145"/>
            <a:ext cx="365760" cy="83096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303145"/>
            <a:ext cx="365760" cy="8309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" y="2339721"/>
            <a:ext cx="8229600" cy="7760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</a:rPr>
              <a:t>Высокие требования к себе и команде — посредственность не создаёт революций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28600" y="3188970"/>
            <a:ext cx="8686800" cy="830961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188970"/>
            <a:ext cx="365760" cy="83096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188970"/>
            <a:ext cx="365760" cy="8309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" y="3225546"/>
            <a:ext cx="8229600" cy="7760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</a:rPr>
              <a:t>Риск неудачи — необходимое условие прорыва: бойся не провала, а отсутствия попыток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228600" y="4074795"/>
            <a:ext cx="8686800" cy="830961"/>
          </a:xfrm>
          <a:prstGeom prst="rect">
            <a:avLst/>
          </a:prstGeom>
          <a:solidFill>
            <a:srgbClr val="EEF2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4074795"/>
            <a:ext cx="365760" cy="83096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4074795"/>
            <a:ext cx="365760" cy="8309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" y="4111371"/>
            <a:ext cx="8229600" cy="7760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</a:rPr>
              <a:t>Скорость реализации критически важна: делай сейчас, совершенствуй в процессе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универсальных правил личной эффективности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" y="1188720"/>
            <a:ext cx="4206240" cy="708660"/>
          </a:xfrm>
          <a:prstGeom prst="rect">
            <a:avLst/>
          </a:prstGeom>
          <a:solidFill>
            <a:srgbClr val="1E3A6E"/>
          </a:solidFill>
          <a:ln w="12700">
            <a:solidFill>
              <a:srgbClr val="3A5A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1188720"/>
            <a:ext cx="41148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</a:rPr>
              <a:t>1.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225296"/>
            <a:ext cx="3749040" cy="644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Ставь конкретные цели — размытые намерения не превращаются в результаты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" y="1961388"/>
            <a:ext cx="4206240" cy="708660"/>
          </a:xfrm>
          <a:prstGeom prst="rect">
            <a:avLst/>
          </a:prstGeom>
          <a:solidFill>
            <a:srgbClr val="1E3A6E"/>
          </a:solidFill>
          <a:ln w="12700">
            <a:solidFill>
              <a:srgbClr val="3A5A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" y="1961388"/>
            <a:ext cx="41148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</a:rPr>
              <a:t>2.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997964"/>
            <a:ext cx="3749040" cy="644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Фокусируйся: делай меньше вещей, но делай их глубоко и хорошо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" y="2734056"/>
            <a:ext cx="4206240" cy="708660"/>
          </a:xfrm>
          <a:prstGeom prst="rect">
            <a:avLst/>
          </a:prstGeom>
          <a:solidFill>
            <a:srgbClr val="1E3A6E"/>
          </a:solidFill>
          <a:ln w="12700">
            <a:solidFill>
              <a:srgbClr val="3A5A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" y="2734056"/>
            <a:ext cx="41148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</a:rPr>
              <a:t>3.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770632"/>
            <a:ext cx="3749040" cy="644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Планируй день накануне — утро для действий, не для решений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" y="3506724"/>
            <a:ext cx="4206240" cy="708660"/>
          </a:xfrm>
          <a:prstGeom prst="rect">
            <a:avLst/>
          </a:prstGeom>
          <a:solidFill>
            <a:srgbClr val="1E3A6E"/>
          </a:solidFill>
          <a:ln w="12700">
            <a:solidFill>
              <a:srgbClr val="3A5A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" y="3506724"/>
            <a:ext cx="41148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</a:rPr>
              <a:t>4.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543300"/>
            <a:ext cx="3749040" cy="644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Принимай неудачу как данные, а не как приговор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" y="4279392"/>
            <a:ext cx="4206240" cy="708660"/>
          </a:xfrm>
          <a:prstGeom prst="rect">
            <a:avLst/>
          </a:prstGeom>
          <a:solidFill>
            <a:srgbClr val="1E3A6E"/>
          </a:solidFill>
          <a:ln w="12700">
            <a:solidFill>
              <a:srgbClr val="3A5A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" y="4279392"/>
            <a:ext cx="41148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</a:rPr>
              <a:t>5.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315968"/>
            <a:ext cx="3749040" cy="644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Работай над самодисциплиной: успех — это система, а не вдохновение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4206240" cy="708660"/>
          </a:xfrm>
          <a:prstGeom prst="rect">
            <a:avLst/>
          </a:prstGeom>
          <a:solidFill>
            <a:srgbClr val="1E3A6E"/>
          </a:solidFill>
          <a:ln w="12700">
            <a:solidFill>
              <a:srgbClr val="3A5A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88720"/>
            <a:ext cx="41148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</a:rPr>
              <a:t>6.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1225296"/>
            <a:ext cx="3749040" cy="644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Учись непрерывно: лучшие всегда — ученики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1961388"/>
            <a:ext cx="4206240" cy="708660"/>
          </a:xfrm>
          <a:prstGeom prst="rect">
            <a:avLst/>
          </a:prstGeom>
          <a:solidFill>
            <a:srgbClr val="1E3A6E"/>
          </a:solidFill>
          <a:ln w="12700">
            <a:solidFill>
              <a:srgbClr val="3A5A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961388"/>
            <a:ext cx="41148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</a:rPr>
              <a:t>7.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1997964"/>
            <a:ext cx="3749040" cy="644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Инвестируй в здоровье — физическая энергия питает умственную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2734056"/>
            <a:ext cx="4206240" cy="708660"/>
          </a:xfrm>
          <a:prstGeom prst="rect">
            <a:avLst/>
          </a:prstGeom>
          <a:solidFill>
            <a:srgbClr val="1E3A6E"/>
          </a:solidFill>
          <a:ln w="12700">
            <a:solidFill>
              <a:srgbClr val="3A5A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734056"/>
            <a:ext cx="41148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</a:rPr>
              <a:t>8.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2770632"/>
            <a:ext cx="3749040" cy="644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Общайся с людьми умнее тебя: окружение определяет рост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506724"/>
            <a:ext cx="4206240" cy="708660"/>
          </a:xfrm>
          <a:prstGeom prst="rect">
            <a:avLst/>
          </a:prstGeom>
          <a:solidFill>
            <a:srgbClr val="1E3A6E"/>
          </a:solidFill>
          <a:ln w="12700">
            <a:solidFill>
              <a:srgbClr val="3A5A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506724"/>
            <a:ext cx="41148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</a:rPr>
              <a:t>9.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57800" y="3543300"/>
            <a:ext cx="3749040" cy="644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Делай то, что важно, а не то, что срочно (принцип Эйзенхауэра)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4279392"/>
            <a:ext cx="4206240" cy="708660"/>
          </a:xfrm>
          <a:prstGeom prst="rect">
            <a:avLst/>
          </a:prstGeom>
          <a:solidFill>
            <a:srgbClr val="1E3A6E"/>
          </a:solidFill>
          <a:ln w="12700">
            <a:solidFill>
              <a:srgbClr val="3A5A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279392"/>
            <a:ext cx="41148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</a:rPr>
              <a:t>10.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57800" y="4315968"/>
            <a:ext cx="3749040" cy="644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Действуй: размышление без исполнения — бесплодно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2194560"/>
            <a:ext cx="73152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Ключевой вывод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Эффективность — это не талант.</a:t>
            </a:r>
            <a:endParaRPr lang="en-US" sz="2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Это система привычек, осознанных решений</a:t>
            </a:r>
            <a:endParaRPr lang="en-US" sz="2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 ежедневной работы над собой.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6688"/>
                </a:solidFill>
              </a:rPr>
              <a:t>Задание 12.2  ·  Презентация об эффективной личности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316</Words>
  <Application>Microsoft Office PowerPoint</Application>
  <PresentationFormat>Экран (16:9)</PresentationFormat>
  <Paragraphs>58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Эффективная личность</dc:title>
  <dc:subject>PptxGenJS Presentation</dc:subject>
  <dc:creator>PptxGenJS</dc:creator>
  <cp:lastModifiedBy>Радмир Ибрагимов</cp:lastModifiedBy>
  <cp:revision>3</cp:revision>
  <dcterms:created xsi:type="dcterms:W3CDTF">2026-04-14T01:34:22Z</dcterms:created>
  <dcterms:modified xsi:type="dcterms:W3CDTF">2026-04-14T01:39:34Z</dcterms:modified>
</cp:coreProperties>
</file>