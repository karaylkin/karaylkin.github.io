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AFB3FAF-D670-4FCF-B8A3-0F697CDE65A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36483-0D66-4F09-A4F9-1C4DA41E8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E33C2D-D10B-469F-B5EB-8A8A35292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95A9F8-89DA-4F77-BC65-5BCF7290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CD414D-A3C2-4B68-97A2-DEBE9977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F72749-20CB-4C12-B993-97D8ECAF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64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9E60E-1F90-4D81-9355-E707158B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2E63A0-7948-4B3D-9537-55197B7E0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C8AAB5-5403-45DC-8259-04A65028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6DF362-B6F5-48F5-930E-DEF42AFE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4CDB6D-E0F3-4B8E-8CB2-A2DC8E5B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45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DDAAC-7086-4C7F-B147-FD4DF114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29F97-B4AF-4EEA-B934-EB14501DF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A80DCF-6E57-46B8-AE64-BE9CFF87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F2558B-E732-45D4-8673-702CA161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0CF3AE-2C36-4430-ACB7-C8E52565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64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116F1-C2EA-41A5-99D3-F104B56D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51251D-1F19-4D80-9B1C-75D7EBEAC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D2BBC6-38C7-4A79-A8AB-1E21320BE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E1E707-65F8-464B-B584-F9DABCCD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7AA391-AECE-4379-97A2-6585A98F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92C099-8B0E-4AAA-A7C0-89B36B49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418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AABC3E-B515-4D4B-8F2E-B17794C77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CDE9E3-D3A0-4C07-868B-B0675B7B3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C19E55-07CD-47D7-9954-7BD3D5899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17541CF-ED68-41E5-9692-DE73AC754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086C5B-CE04-4CEC-9879-01B9477EF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BE38FF-1ABD-4F0A-9CBB-EB76289E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9A3EDAA-5224-4EFF-BD93-CE6F275A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63CBF8-CFFB-4CE3-9E89-29F8A9ED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96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7E816-5FAE-4CD7-AC38-A5829770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8EFB060-E083-4380-ABFF-5BC5BA3C0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39D5D7-0802-4103-9A29-0ED1685E5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11C890-A081-475E-8998-757C2476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58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297894-7D62-41A3-872D-EDA055C7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B3BED6-D31A-41C5-B8C1-7049DF46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B972BC-DF6E-4974-89BA-36A2D156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42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B09F1-38AA-4C81-86EE-E00F7E13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B88113-1240-4C40-9393-F4FBEFD56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7ED70A-1A80-40D7-ABCD-C72013E0C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1C6DDC-9BE2-4A95-BFD8-D91360D3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781EE9-7418-4937-9C5C-BA347E1A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CA667B-945F-44B8-9C1D-3C4022804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74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2E5BF-C0BE-49F0-A36B-07BD13174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1DCE8D-2B45-4E99-8895-8E9B6EA2F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4DFD43-D125-4250-B35A-2472CE50E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530EB7-161C-4B51-951D-81CABF35E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43627D-FD2D-4E7A-A1E4-6DFE314E5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AFEEC8-CA54-41FD-B029-2434F896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4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632C8-4C55-4D73-A73B-ED24AA29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6911B5-9455-478F-A829-563E398E6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C6A51F-75F4-4C01-8766-B5C97520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6D2547-5B08-4AD4-896B-BE62FD0E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93E2F1-48CD-455E-A5FA-A6136B64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13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8D2D595-7523-431C-9E0A-74893B432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3BA145D-B8EE-42CE-B7DA-9B2EA44D5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1E08C1-1EFD-4403-BD08-1973F2C5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EAC2A9-4B78-4465-8323-047E109D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2A847E-CFBC-46DE-A157-BE659725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14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5828A-A0B9-4E0A-A2A6-1B9B1511A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72CE8B-8428-43CC-BA5D-86A9989C1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B5E8C4-FB88-446F-AB9D-5F7D21C4F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4DA80-316B-4A77-B169-4E232D56AD3C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494AFC-154E-43B7-BC5D-AF0B6C64A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7EBEA5-C13B-46B4-A60E-030611661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0578E-3DBC-46F3-8F22-97B1BB73C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22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54D3D-6CBD-43B5-B7C9-B3B265D27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dirty="0" err="1"/>
              <a:t>Twitter</a:t>
            </a:r>
            <a:r>
              <a:rPr lang="ru-RU" sz="4800" dirty="0"/>
              <a:t> - платформа микроблогов. Как современные СМИ влияют на нашу жизнь?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DA8B8E-D7EE-41FE-AD24-9E1E0C200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/>
              <a:t>Ибрагимов Р.А</a:t>
            </a:r>
          </a:p>
        </p:txBody>
      </p:sp>
    </p:spTree>
    <p:extLst>
      <p:ext uri="{BB962C8B-B14F-4D97-AF65-F5344CB8AC3E}">
        <p14:creationId xmlns:p14="http://schemas.microsoft.com/office/powerpoint/2010/main" val="93561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CEAC4-052F-482A-9BC2-EAD26E7F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98A84F-C2BF-4FAE-9EBC-9DB26B8E3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5777" cy="4351338"/>
          </a:xfrm>
        </p:spPr>
        <p:txBody>
          <a:bodyPr>
            <a:normAutofit/>
          </a:bodyPr>
          <a:lstStyle/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американский сервис микроблогов, в которой пользователи публикуют сообщения, известные как «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твиты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и взаимодействуют с ними. Пользователи взаимодействуют с «Твиттером» через браузер, мобильное приложение или через API.. Первоначально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твиты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были ограничены 140 символами, но в ноябре 2017 года ограничение было удвоено до 280 для большинства языков[8]. Аудио- и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видеотвиты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остаются ограниченными 140 секундами для большинства аккаунтов</a:t>
            </a:r>
          </a:p>
        </p:txBody>
      </p:sp>
      <p:pic>
        <p:nvPicPr>
          <p:cNvPr id="1031" name="Picture 7" descr="Твиттер — Википедия">
            <a:extLst>
              <a:ext uri="{FF2B5EF4-FFF2-40B4-BE49-F238E27FC236}">
                <a16:creationId xmlns:a16="http://schemas.microsoft.com/office/drawing/2014/main" id="{FEE6A3E5-B801-4850-AF66-03A4463D5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228" y="1691649"/>
            <a:ext cx="3272390" cy="269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104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E3019-A808-4DA8-8A9A-8CB5E6A9A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291F2E-0A42-40FF-8E88-E32AB4677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3428"/>
            <a:ext cx="513759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массовой информации (аббревиатура СМИ, в отличие от средств массовой коммуникации, СМК) — совокупность органов публичной передачи информации с помощью технических средств; до сих пор более употребительное в русском языке (по сравнению с термином «средства массовой коммуникации») обозначение средств повседневной практики сбора, обработки и распространения сообщений массовым аудиториям.</a:t>
            </a:r>
          </a:p>
        </p:txBody>
      </p:sp>
      <p:pic>
        <p:nvPicPr>
          <p:cNvPr id="2050" name="Picture 2" descr="СМИ — что это такое">
            <a:extLst>
              <a:ext uri="{FF2B5EF4-FFF2-40B4-BE49-F238E27FC236}">
                <a16:creationId xmlns:a16="http://schemas.microsoft.com/office/drawing/2014/main" id="{2B835970-25AE-45F1-81DB-D5FF2D0C4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798" y="1463294"/>
            <a:ext cx="6010275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3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E8EEF-7E49-45A6-8308-2A8AA9AB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Политические игры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Twitter пояснил, какая политическая реклама попадет под запрет | Digital |  Новости | AdIndex.ru">
            <a:extLst>
              <a:ext uri="{FF2B5EF4-FFF2-40B4-BE49-F238E27FC236}">
                <a16:creationId xmlns:a16="http://schemas.microsoft.com/office/drawing/2014/main" id="{AF536C79-CF59-4426-881F-C2D8EE8DB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67" y="2555311"/>
            <a:ext cx="4288933" cy="2891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olitical Leaders Should Stop Caring About Twitter - The Atlantic">
            <a:extLst>
              <a:ext uri="{FF2B5EF4-FFF2-40B4-BE49-F238E27FC236}">
                <a16:creationId xmlns:a16="http://schemas.microsoft.com/office/drawing/2014/main" id="{A74E2482-E7C6-46FE-A3B7-460C0E2CCE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958" y="2635462"/>
            <a:ext cx="4889903" cy="275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411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567D8-8B74-45E2-AB8D-1C88E0697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2927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наше психологическое состояние</a:t>
            </a:r>
          </a:p>
        </p:txBody>
      </p:sp>
      <p:pic>
        <p:nvPicPr>
          <p:cNvPr id="4098" name="Picture 2" descr="РКН объявил о замедлении работы Twitter в России">
            <a:extLst>
              <a:ext uri="{FF2B5EF4-FFF2-40B4-BE49-F238E27FC236}">
                <a16:creationId xmlns:a16="http://schemas.microsoft.com/office/drawing/2014/main" id="{13D0B8DA-8175-4E3C-9767-45B5A53ECE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391" y="2463476"/>
            <a:ext cx="4578708" cy="294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Психологи КФУ пояснили, как влияет опыт человека на его психическое  состояние">
            <a:extLst>
              <a:ext uri="{FF2B5EF4-FFF2-40B4-BE49-F238E27FC236}">
                <a16:creationId xmlns:a16="http://schemas.microsoft.com/office/drawing/2014/main" id="{E2B5AE06-7963-46FB-BE5C-AFD9E5FB7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013" y="2463476"/>
            <a:ext cx="4385122" cy="294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73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CEDB5-62F5-451F-B681-D396D1D6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</a:t>
            </a:r>
            <a:r>
              <a:rPr lang="en-US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 </a:t>
            </a:r>
            <a:r>
              <a:rPr lang="ru-RU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платформы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68FD7D-9DEA-4289-9F59-2C20B8A1E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3130" cy="4351338"/>
          </a:xfrm>
        </p:spPr>
        <p:txBody>
          <a:bodyPr>
            <a:normAutofit/>
          </a:bodyPr>
          <a:lstStyle/>
          <a:p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«Твиттер» некоторые специалисты сравнивают с барной стойкой, где люди обмениваются краткими сообщениями с незнакомцами, упражняются в юморе и могут встретить настоящую знаменитость. Одним существенным различием между Твиттером, где всего около 300 миллионов аккаунтов, и Фейсбуком с его миллиардами пользователей можно назвать то, что Твиттер – эта платформа, соединяющая не людей, а идеи.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Twitter 7.0.1.0 - Скачать на ПК бесплатно">
            <a:extLst>
              <a:ext uri="{FF2B5EF4-FFF2-40B4-BE49-F238E27FC236}">
                <a16:creationId xmlns:a16="http://schemas.microsoft.com/office/drawing/2014/main" id="{71E05C81-9904-4535-B606-135AC7D6B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104" y="1969418"/>
            <a:ext cx="4645696" cy="352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33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9012C-51B3-48DA-85C6-6BE08E487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Социальная ответственность </a:t>
            </a:r>
            <a:r>
              <a:rPr lang="en-US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NEWSru.com :: Суд оштрафовал Twitter на 8,9 млн рублей за неудаление  призывов на митинги в поддержку Навального">
            <a:extLst>
              <a:ext uri="{FF2B5EF4-FFF2-40B4-BE49-F238E27FC236}">
                <a16:creationId xmlns:a16="http://schemas.microsoft.com/office/drawing/2014/main" id="{80288A74-6D4E-477B-8E44-CBD6CCF8F6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640" y="2199112"/>
            <a:ext cx="4194160" cy="3145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Социальная ответственность бизнеса — какой она должна быть? – Новости  Узбекистана – Газета.uz">
            <a:extLst>
              <a:ext uri="{FF2B5EF4-FFF2-40B4-BE49-F238E27FC236}">
                <a16:creationId xmlns:a16="http://schemas.microsoft.com/office/drawing/2014/main" id="{663D9F13-847A-4C36-9FB3-A154F3E2B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253" y="2245977"/>
            <a:ext cx="4648132" cy="309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359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32AC8-F230-4B90-B82F-38E00E74F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Пути реформирования современных СМИ с учетом </a:t>
            </a:r>
            <a:r>
              <a:rPr lang="ru-RU" b="0" i="0" dirty="0" err="1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2B67B4-0592-4115-AB68-51D043709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2605"/>
            <a:ext cx="434554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Первые шаги в Германии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Штрафы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Суды</a:t>
            </a:r>
          </a:p>
        </p:txBody>
      </p:sp>
      <p:pic>
        <p:nvPicPr>
          <p:cNvPr id="7170" name="Picture 2" descr="Российские суды решили склонить Facebook и Twitter к сотрудничеству  огромными штрафами - legal.report">
            <a:extLst>
              <a:ext uri="{FF2B5EF4-FFF2-40B4-BE49-F238E27FC236}">
                <a16:creationId xmlns:a16="http://schemas.microsoft.com/office/drawing/2014/main" id="{7CFA9292-DF0A-4C65-B9B2-99FA70114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293" y="2232605"/>
            <a:ext cx="5772740" cy="36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408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2D397-8627-431F-B338-576B6BBD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2927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ерспективы использования и развития микроблогов и </a:t>
            </a:r>
            <a:r>
              <a:rPr lang="ru-RU" b="0" i="0" dirty="0" err="1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1CBDDA-0CF0-4527-8BDE-074001CDF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348" y="1989783"/>
            <a:ext cx="5916771" cy="4095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Микроблоги и </a:t>
            </a:r>
            <a:r>
              <a:rPr lang="ru-RU" sz="1800" b="0" i="0" dirty="0" err="1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r>
              <a:rPr lang="ru-RU" sz="1800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продолжают оставаться важным инструментом коммуникаций и социальных взаимодействий в нашей современной культуре.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должен улучшать свои инструменты и политики, чтобы минимизировать возможность манипуляций информацией и обеспечить защиту психологического комфорта своих пользователей, когда дело касается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публикования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политических мнений</a:t>
            </a:r>
            <a:r>
              <a:rPr lang="ru-RU" sz="1800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 то же время, </a:t>
            </a:r>
            <a:r>
              <a:rPr lang="ru-RU" sz="1800" b="0" i="0" dirty="0" err="1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r>
              <a:rPr lang="ru-RU" sz="1800" b="0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всегда будет частью социальных и медиа-культурных трансформаций, которые происходят в нашем обществе.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Материалы с меткой «микроблоги» – Москва 24">
            <a:extLst>
              <a:ext uri="{FF2B5EF4-FFF2-40B4-BE49-F238E27FC236}">
                <a16:creationId xmlns:a16="http://schemas.microsoft.com/office/drawing/2014/main" id="{7164BDF8-599E-49A0-B27B-42D2636C0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690" y="1929416"/>
            <a:ext cx="5331854" cy="299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937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4C9650-5DBD-4DA0-8A86-9FCE45332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тест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A0380CB-08F5-4792-8447-AC52C47C77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430" y="2462827"/>
            <a:ext cx="2902846" cy="290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543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F0E16-318E-4122-9D3D-99ECA87D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958" y="231627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1640723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322</Words>
  <Application>Microsoft Office PowerPoint</Application>
  <PresentationFormat>Широкоэкранный</PresentationFormat>
  <Paragraphs>20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Twitter - платформа микроблогов. Как современные СМИ влияют на нашу жизнь?</vt:lpstr>
      <vt:lpstr>Twitter</vt:lpstr>
      <vt:lpstr>СМИ</vt:lpstr>
      <vt:lpstr>Политические игры в Twitter</vt:lpstr>
      <vt:lpstr>Влияние Twitter на наше психологическое состояние</vt:lpstr>
      <vt:lpstr>Особенности Twitter как платформы</vt:lpstr>
      <vt:lpstr>Социальная ответственность Twitter</vt:lpstr>
      <vt:lpstr>Пути реформирования современных СМИ с учетом Twitter</vt:lpstr>
      <vt:lpstr>Перспективы использования и развития микроблогов и Twitter</vt:lpstr>
      <vt:lpstr>Ссылка на тест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Twitter - платформа микроблогов. Как современные СМИ влияют на нашу жизнь?</dc:title>
  <dc:creator>Радмир Ибрагимов</dc:creator>
  <cp:lastModifiedBy>Радмир Ибрагимов</cp:lastModifiedBy>
  <cp:revision>6</cp:revision>
  <dcterms:created xsi:type="dcterms:W3CDTF">2023-06-21T00:16:52Z</dcterms:created>
  <dcterms:modified xsi:type="dcterms:W3CDTF">2023-06-21T01:19:01Z</dcterms:modified>
</cp:coreProperties>
</file>