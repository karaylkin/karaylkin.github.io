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65" d="100"/>
          <a:sy n="65" d="100"/>
        </p:scale>
        <p:origin x="7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2F083-C415-4811-9217-ED837910A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494503"/>
            <a:ext cx="8361229" cy="3001777"/>
          </a:xfrm>
        </p:spPr>
        <p:txBody>
          <a:bodyPr/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Теория матриц в работах ирландского математика и физика Уильяма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Гамильтона и английского математика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Артура Кэли </a:t>
            </a:r>
          </a:p>
        </p:txBody>
      </p:sp>
    </p:spTree>
    <p:extLst>
      <p:ext uri="{BB962C8B-B14F-4D97-AF65-F5344CB8AC3E}">
        <p14:creationId xmlns:p14="http://schemas.microsoft.com/office/powerpoint/2010/main" val="1816558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2460EA-2341-4370-99E9-1197689B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12174"/>
            <a:ext cx="9601200" cy="1485900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Уильям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Гамильтон (1805-1865)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65E750-4B53-4E8A-B1E6-22E19CCF5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6" y="1055124"/>
            <a:ext cx="8096865" cy="5191432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Уильям Роуэн Гамильтон ирландский математик, механик-теоретик, физик-теоретик, один из видных ученых XIX века. Известен фундаментальными открытиями в математике, аналитической механике и оптике. Автор предельно общего вариационного принципа наименьшего действия, применяемого во многих разделах физики.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Места и годы работы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Королевский астроном Ирландии(1827—1865)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Член Ирландской королевской академии (1837—1845)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Член-корреспондент многих академий наук и научных обществ, в том числе Российской академии наук (1837)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иностранный член Национальной академии наук США (1864)</a:t>
            </a:r>
          </a:p>
        </p:txBody>
      </p:sp>
      <p:pic>
        <p:nvPicPr>
          <p:cNvPr id="1026" name="Picture 2" descr="Уильям Роуэн Гамильтон">
            <a:extLst>
              <a:ext uri="{FF2B5EF4-FFF2-40B4-BE49-F238E27FC236}">
                <a16:creationId xmlns:a16="http://schemas.microsoft.com/office/drawing/2014/main" id="{3E55F8AD-C00E-4306-8456-0AADA895F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3215" y="1232104"/>
            <a:ext cx="2732139" cy="327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23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2460EA-2341-4370-99E9-1197689B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12174"/>
            <a:ext cx="9601200" cy="1485900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Артур Кэли (1821-1895)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65E750-4B53-4E8A-B1E6-22E19CCF5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6" y="1055124"/>
            <a:ext cx="8343899" cy="5191432"/>
          </a:xfrm>
        </p:spPr>
        <p:txBody>
          <a:bodyPr>
            <a:noAutofit/>
          </a:bodyPr>
          <a:lstStyle/>
          <a:p>
            <a:pPr algn="l"/>
            <a:r>
              <a:rPr lang="ru-RU" sz="2400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Арутр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Кэли — один из </a:t>
            </a:r>
            <a:r>
              <a:rPr lang="ru-RU" sz="2400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плодовитейших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учёных XIX века, написавший более 700 работ. Большая часть его работ относится к линейной алгебре, дифференциальным уравнениям и эллиптическим функциям.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Места и годы работы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 Кембриджского математического журнала (1842-1846)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Членом лондонского судебного </a:t>
            </a:r>
            <a:r>
              <a:rPr lang="ru-RU" sz="2400" dirty="0" err="1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инна</a:t>
            </a:r>
            <a:r>
              <a:rPr lang="ru-RU" sz="24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Линкольна (1846-1860)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течение этого периода его жизни, длящегося примерно 14 лет, Кэли выпустил от 200 до 300 работ.</a:t>
            </a:r>
          </a:p>
          <a:p>
            <a:pPr marL="0" indent="0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   </a:t>
            </a:r>
            <a:r>
              <a:rPr lang="ru-RU" sz="2400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Сэдлеровский</a:t>
            </a:r>
            <a:r>
              <a:rPr lang="ru-RU" sz="24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профессор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Кембриджского университета     (с 1860)</a:t>
            </a:r>
          </a:p>
        </p:txBody>
      </p:sp>
      <p:pic>
        <p:nvPicPr>
          <p:cNvPr id="2050" name="Picture 2" descr="Артур Кэли">
            <a:extLst>
              <a:ext uri="{FF2B5EF4-FFF2-40B4-BE49-F238E27FC236}">
                <a16:creationId xmlns:a16="http://schemas.microsoft.com/office/drawing/2014/main" id="{AA57B9CA-5D85-48BB-9380-A49633921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7683" y="1055124"/>
            <a:ext cx="2332703" cy="3534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164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2460EA-2341-4370-99E9-1197689B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12174"/>
            <a:ext cx="10820400" cy="1485900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деятельность Уильяма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Гамильтона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65E750-4B53-4E8A-B1E6-22E19CCF5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884" y="1354394"/>
            <a:ext cx="10220632" cy="5191432"/>
          </a:xfrm>
        </p:spPr>
        <p:txBody>
          <a:bodyPr>
            <a:no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Гамильтон почти одновременно с немецким математиком Г. Грассманом дал точное формальное изложение теории комплексных чисел как частного случая числовых систем с несколькими единицами. Построил своеобразную систему чисел (кватернионов) с четырьмя единицами 1, i, j, k, связанными между собой следующей таблицей умножения. Над теорией кватернионов Гамильтон трудился 8 лет. Его идеи были близки идеям Грассмана, но изложение Гамильтона в виду своей четкости, сыграло решающую роль в деле признания не только кватернионов, но и комплексных чисел. Это учение в дальнейшем было одним из источников развития векторного анализа. Гамильтон ввел термины "вектор", "ассоциативный закон".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679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2460EA-2341-4370-99E9-1197689B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12174"/>
            <a:ext cx="10820400" cy="1485900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деятельность Уильяма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Гамильтона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65E750-4B53-4E8A-B1E6-22E19CCF5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684" y="1055124"/>
            <a:ext cx="10220632" cy="5191432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научных работ Уильяма Роуэн Гамильтон пользовались большим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внимаением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кругах ученных разных сфер. Гамильтону принадлежат некоторые открытия в области механики, физики и математики, которые в достаточной мере повлияли на развитие науки. Принцип Гамильтона был распространен в 1848 г. М. В. Остроградским(принцип Гамильтона — Остроградского). Он оказался мощным математическим оружием физики и был широко использован в работах Максвелла, Гельмгольца,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Умова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Эйнштейна, де Бройля, Шредингера и других ученых. На основе работ Гамильтона Гиббс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Хевисайд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выделили и развили систему векторного анализа, уже отделённую от теории кватернионов. Крупнейшим продолжателем работ Гамильтона и популяризатором кватернионов стал его ученик — шотландский математик Питер Тэт, предложивший для них множество приложений к геометрии, сферической тригонометрии и физике.</a:t>
            </a:r>
          </a:p>
        </p:txBody>
      </p:sp>
    </p:spTree>
    <p:extLst>
      <p:ext uri="{BB962C8B-B14F-4D97-AF65-F5344CB8AC3E}">
        <p14:creationId xmlns:p14="http://schemas.microsoft.com/office/powerpoint/2010/main" val="1339746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2460EA-2341-4370-99E9-1197689B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12174"/>
            <a:ext cx="9601200" cy="1485900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деятельность Артура Кэли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65E750-4B53-4E8A-B1E6-22E19CCF5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684" y="1055124"/>
            <a:ext cx="10220632" cy="5191432"/>
          </a:xfrm>
        </p:spPr>
        <p:txBody>
          <a:bodyPr>
            <a:noAutofit/>
          </a:bodyPr>
          <a:lstStyle/>
          <a:p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Кэли — один из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плодовитейших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учёных XIX века, написавший более 700 работ. В 1882 Лондонское королевское общество присудило ему медаль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Коплэя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Большая часть его работ относится к линейной алгебре, дифференциальным уравнениям и эллиптическим функциям. В результате он смог доказать теорему Кэли-Гамильтона о том, что каждая квадратная матрица является корнем своего характеристического многочлена. Он был первым, кто сформулировал определение группы в том виде, в котором она определена сегодня — множество с бинарной операцией, удовлетворяющей определенным законам. Прежде же, когда математики говорили о группе, они подразумевали группу перестановок.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937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2460EA-2341-4370-99E9-1197689B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12174"/>
            <a:ext cx="9601200" cy="1485900"/>
          </a:xfrm>
        </p:spPr>
        <p:txBody>
          <a:bodyPr/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деятельность Артура Кэли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65E750-4B53-4E8A-B1E6-22E19CCF5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884" y="963561"/>
            <a:ext cx="10220632" cy="5198807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Артур Кэли пошел по ветке адвокатуры, его друг, математик Джеймс Джозеф Сильвестр, был на тот момент актуарием, резидентом в Лондоне. У них было привычкой гулять вместе вокруг судебного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Линкольна, обсуждая теорию инвариантов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ковариантов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течение этого периода его жизни, длящегося примерно 14 лет, Кэли выпустил от 200 до 300 работ. В 1849 г.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Кейли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опубликовал статью, в которой его идеи о перестановках связывались с идеями французского математика Огюстена-Луи Коши, после чего последовали две статьи, примечательные своим пониманием абстрактных групп. В математике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Кейли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был индивидуалистом. Он занимался расчетами и символическими манипуляциями с огромным мастерством, руководствуясь глубоким интуитивным пониманием математических теорий и их взаимосвязей. Его способность быть в курсе текущей работы, видя более широкий обзор, позволила ему уловить важные тенденции и внести ценные предложения для дальнейшего исследования.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383626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712DA-F515-4CD0-98E0-AF0745FC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6535" y="2686050"/>
            <a:ext cx="4458929" cy="1485900"/>
          </a:xfrm>
        </p:spPr>
        <p:txBody>
          <a:bodyPr>
            <a:normAutofit/>
          </a:bodyPr>
          <a:lstStyle/>
          <a:p>
            <a:pPr algn="ctr"/>
            <a:r>
              <a:rPr lang="ru-RU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КОНЕЦ</a:t>
            </a:r>
          </a:p>
        </p:txBody>
      </p:sp>
    </p:spTree>
    <p:extLst>
      <p:ext uri="{BB962C8B-B14F-4D97-AF65-F5344CB8AC3E}">
        <p14:creationId xmlns:p14="http://schemas.microsoft.com/office/powerpoint/2010/main" val="1816861484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188</TotalTime>
  <Words>702</Words>
  <Application>Microsoft Office PowerPoint</Application>
  <PresentationFormat>Широкоэкранный</PresentationFormat>
  <Paragraphs>24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Franklin Gothic Book</vt:lpstr>
      <vt:lpstr>Times New Roman</vt:lpstr>
      <vt:lpstr>Уголки</vt:lpstr>
      <vt:lpstr>Теория матриц в работах ирландского математика и физика Уильяма Гамильтона и английского математика Артура Кэли </vt:lpstr>
      <vt:lpstr>Уильям Гамильтон (1805-1865)</vt:lpstr>
      <vt:lpstr>Артур Кэли (1821-1895)</vt:lpstr>
      <vt:lpstr>Научная деятельность Уильяма Гамильтона </vt:lpstr>
      <vt:lpstr>Научная деятельность Уильяма Гамильтона </vt:lpstr>
      <vt:lpstr>Научная деятельность Артура Кэли</vt:lpstr>
      <vt:lpstr>Научная деятельность Артура Кэли</vt:lpstr>
      <vt:lpstr>КОНЕЦ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матриц в работах ирландского математика и физика Уильяма Гамильтона и английского математика Артура Кэли</dc:title>
  <dc:creator>Boy</dc:creator>
  <cp:lastModifiedBy>Boy</cp:lastModifiedBy>
  <cp:revision>12</cp:revision>
  <dcterms:created xsi:type="dcterms:W3CDTF">2022-11-06T20:51:01Z</dcterms:created>
  <dcterms:modified xsi:type="dcterms:W3CDTF">2022-11-06T23:59:46Z</dcterms:modified>
</cp:coreProperties>
</file>